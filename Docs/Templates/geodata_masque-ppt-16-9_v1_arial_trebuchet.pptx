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317F"/>
    <a:srgbClr val="64609F"/>
    <a:srgbClr val="575756"/>
    <a:srgbClr val="F2AE6D"/>
    <a:srgbClr val="EA9E4F"/>
    <a:srgbClr val="8A5264"/>
    <a:srgbClr val="541C5B"/>
    <a:srgbClr val="D8D33A"/>
    <a:srgbClr val="9655A2"/>
    <a:srgbClr val="E38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8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8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81EA9BD-5059-463A-B591-49AF6EF30824}" type="datetimeFigureOut">
              <a:rPr lang="fr-FR" smtClean="0"/>
              <a:pPr/>
              <a:t>16/06/2026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6FAFF4F-7AB9-4008-8731-BB9160818D7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5828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rgbClr val="2B31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22876F53-4A58-02DA-D7C5-AB717A42E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5150" y="454964"/>
            <a:ext cx="2025650" cy="672795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1A200F11-BCC7-F3BB-2177-11DFB47CFA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650" y="6342992"/>
            <a:ext cx="2140744" cy="274166"/>
          </a:xfrm>
          <a:prstGeom prst="rect">
            <a:avLst/>
          </a:prstGeom>
        </p:spPr>
      </p:pic>
      <p:pic>
        <p:nvPicPr>
          <p:cNvPr id="14" name="Image 13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EDC9AAB1-2D16-8CAA-04A0-2FC15E4BFD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6" b="1174"/>
          <a:stretch>
            <a:fillRect/>
          </a:stretch>
        </p:blipFill>
        <p:spPr>
          <a:xfrm>
            <a:off x="4794471" y="5286375"/>
            <a:ext cx="6387880" cy="1569250"/>
          </a:xfrm>
          <a:prstGeom prst="rect">
            <a:avLst/>
          </a:prstGeom>
        </p:spPr>
      </p:pic>
      <p:pic>
        <p:nvPicPr>
          <p:cNvPr id="15" name="Image 14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FB238824-6175-5E53-5ECA-624128B3041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997"/>
          <a:stretch>
            <a:fillRect/>
          </a:stretch>
        </p:blipFill>
        <p:spPr>
          <a:xfrm>
            <a:off x="4794471" y="244650"/>
            <a:ext cx="6387880" cy="2074688"/>
          </a:xfrm>
          <a:prstGeom prst="rect">
            <a:avLst/>
          </a:prstGeom>
        </p:spPr>
      </p:pic>
      <p:sp>
        <p:nvSpPr>
          <p:cNvPr id="17" name="Titre 15">
            <a:extLst>
              <a:ext uri="{FF2B5EF4-FFF2-40B4-BE49-F238E27FC236}">
                <a16:creationId xmlns:a16="http://schemas.microsoft.com/office/drawing/2014/main" id="{02ABC4B3-BED9-DB54-96A3-7EB5EBD26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6781" y="2975156"/>
            <a:ext cx="6482712" cy="2074688"/>
          </a:xfrm>
          <a:prstGeom prst="rect">
            <a:avLst/>
          </a:prstGeom>
        </p:spPr>
        <p:txBody>
          <a:bodyPr/>
          <a:lstStyle>
            <a:lvl1pPr>
              <a:defRPr sz="4800" b="0" spc="-10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de la présentation sur deux ou trois lignes maximum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F52B4F56-E5E1-AF49-1477-A9DBF48DAF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6781" y="2476680"/>
            <a:ext cx="6482712" cy="31732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spc="-3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votre texte ici sur une ligne</a:t>
            </a:r>
          </a:p>
        </p:txBody>
      </p:sp>
      <p:sp>
        <p:nvSpPr>
          <p:cNvPr id="20" name="Espace réservé de la date 3">
            <a:extLst>
              <a:ext uri="{FF2B5EF4-FFF2-40B4-BE49-F238E27FC236}">
                <a16:creationId xmlns:a16="http://schemas.microsoft.com/office/drawing/2014/main" id="{DD795527-A53D-1D88-C15A-796713655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59040" y="5359009"/>
            <a:ext cx="36995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6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>
            <a:extLst>
              <a:ext uri="{FF2B5EF4-FFF2-40B4-BE49-F238E27FC236}">
                <a16:creationId xmlns:a16="http://schemas.microsoft.com/office/drawing/2014/main" id="{16982298-1D4D-BF94-33F4-D43ABE9080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36" t="5667" r="23750" b="62161"/>
          <a:stretch>
            <a:fillRect/>
          </a:stretch>
        </p:blipFill>
        <p:spPr>
          <a:xfrm>
            <a:off x="6147019" y="569264"/>
            <a:ext cx="5042950" cy="1986605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E1980F32-8AE5-0B7E-26E3-3B46E7A81E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36" t="58409" r="23750" b="13666"/>
          <a:stretch>
            <a:fillRect/>
          </a:stretch>
        </p:blipFill>
        <p:spPr>
          <a:xfrm>
            <a:off x="6147019" y="5004124"/>
            <a:ext cx="5042950" cy="1724356"/>
          </a:xfrm>
          <a:prstGeom prst="rect">
            <a:avLst/>
          </a:prstGeom>
        </p:spPr>
      </p:pic>
      <p:sp>
        <p:nvSpPr>
          <p:cNvPr id="4" name="Espace réservé du texte 18">
            <a:extLst>
              <a:ext uri="{FF2B5EF4-FFF2-40B4-BE49-F238E27FC236}">
                <a16:creationId xmlns:a16="http://schemas.microsoft.com/office/drawing/2014/main" id="{F0B54B03-67FB-FC6F-D080-E97255D15D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019" y="2632249"/>
            <a:ext cx="5052474" cy="31732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spc="-3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sommaire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3B94C9B9-ECFB-4800-E3CB-9ED7A4A8F0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650" y="6342992"/>
            <a:ext cx="2140744" cy="274166"/>
          </a:xfrm>
          <a:prstGeom prst="rect">
            <a:avLst/>
          </a:prstGeom>
        </p:spPr>
      </p:pic>
      <p:pic>
        <p:nvPicPr>
          <p:cNvPr id="26" name="Graphique 25">
            <a:extLst>
              <a:ext uri="{FF2B5EF4-FFF2-40B4-BE49-F238E27FC236}">
                <a16:creationId xmlns:a16="http://schemas.microsoft.com/office/drawing/2014/main" id="{83A3D7BC-40CF-960C-11ED-9578879A2E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150" y="454964"/>
            <a:ext cx="2025650" cy="672795"/>
          </a:xfrm>
          <a:prstGeom prst="rect">
            <a:avLst/>
          </a:prstGeom>
        </p:spPr>
      </p:pic>
      <p:sp>
        <p:nvSpPr>
          <p:cNvPr id="6" name="Espace réservé du texte 18">
            <a:extLst>
              <a:ext uri="{FF2B5EF4-FFF2-40B4-BE49-F238E27FC236}">
                <a16:creationId xmlns:a16="http://schemas.microsoft.com/office/drawing/2014/main" id="{AA00AAC4-A077-B338-53BF-83B5935FF7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160" y="3162300"/>
            <a:ext cx="4956807" cy="2453640"/>
          </a:xfrm>
          <a:prstGeom prst="rect">
            <a:avLst/>
          </a:prstGeom>
        </p:spPr>
        <p:txBody>
          <a:bodyPr lIns="0" tIns="0" rIns="0" bIns="0" anchor="t"/>
          <a:lstStyle>
            <a:lvl1pPr marL="266700" indent="-266700">
              <a:lnSpc>
                <a:spcPct val="120000"/>
              </a:lnSpc>
              <a:buClr>
                <a:schemeClr val="tx2"/>
              </a:buClr>
              <a:buFont typeface="+mj-lt"/>
              <a:buAutoNum type="arabicPeriod"/>
              <a:defRPr sz="1400" b="0" spc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210983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que 25">
            <a:extLst>
              <a:ext uri="{FF2B5EF4-FFF2-40B4-BE49-F238E27FC236}">
                <a16:creationId xmlns:a16="http://schemas.microsoft.com/office/drawing/2014/main" id="{83A3D7BC-40CF-960C-11ED-9578879A2E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5802" y="6176359"/>
            <a:ext cx="1593444" cy="529243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9AF07A1-8AD8-4BF2-8485-266C1035889A}"/>
              </a:ext>
            </a:extLst>
          </p:cNvPr>
          <p:cNvCxnSpPr/>
          <p:nvPr userDrawn="1"/>
        </p:nvCxnSpPr>
        <p:spPr>
          <a:xfrm>
            <a:off x="0" y="394174"/>
            <a:ext cx="78075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509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08FB58-E524-010C-AD74-64BAFEFD7421}"/>
              </a:ext>
            </a:extLst>
          </p:cNvPr>
          <p:cNvSpPr/>
          <p:nvPr userDrawn="1"/>
        </p:nvSpPr>
        <p:spPr>
          <a:xfrm>
            <a:off x="0" y="0"/>
            <a:ext cx="38023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pic>
        <p:nvPicPr>
          <p:cNvPr id="4" name="Image 3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45DC2418-5E63-DCD7-4E11-BAF0B37D91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6" b="1174"/>
          <a:stretch>
            <a:fillRect/>
          </a:stretch>
        </p:blipFill>
        <p:spPr>
          <a:xfrm>
            <a:off x="4794471" y="5286375"/>
            <a:ext cx="6387880" cy="1569250"/>
          </a:xfrm>
          <a:prstGeom prst="rect">
            <a:avLst/>
          </a:prstGeom>
        </p:spPr>
      </p:pic>
      <p:sp>
        <p:nvSpPr>
          <p:cNvPr id="5" name="Titre 15">
            <a:extLst>
              <a:ext uri="{FF2B5EF4-FFF2-40B4-BE49-F238E27FC236}">
                <a16:creationId xmlns:a16="http://schemas.microsoft.com/office/drawing/2014/main" id="{150AC84D-DE84-4955-CC02-155035DBB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6781" y="2975156"/>
            <a:ext cx="6482712" cy="2074688"/>
          </a:xfrm>
          <a:prstGeom prst="rect">
            <a:avLst/>
          </a:prstGeom>
        </p:spPr>
        <p:txBody>
          <a:bodyPr anchor="b"/>
          <a:lstStyle>
            <a:lvl1pPr>
              <a:defRPr sz="4800" b="0" spc="-10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du chapitre sur plusieurs lignes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884B47CB-7B46-8469-3FA6-FDAC33E181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1992" y="3188827"/>
            <a:ext cx="2371726" cy="2074688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500" b="0" spc="-300" baseline="0">
                <a:solidFill>
                  <a:schemeClr val="accent2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01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654E2828-AE1C-6828-D8EF-F4E5BE3387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72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08FB58-E524-010C-AD74-64BAFEFD7421}"/>
              </a:ext>
            </a:extLst>
          </p:cNvPr>
          <p:cNvSpPr/>
          <p:nvPr userDrawn="1"/>
        </p:nvSpPr>
        <p:spPr>
          <a:xfrm>
            <a:off x="0" y="0"/>
            <a:ext cx="38023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pic>
        <p:nvPicPr>
          <p:cNvPr id="4" name="Image 3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45DC2418-5E63-DCD7-4E11-BAF0B37D91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6" b="1174"/>
          <a:stretch>
            <a:fillRect/>
          </a:stretch>
        </p:blipFill>
        <p:spPr>
          <a:xfrm>
            <a:off x="4794471" y="5286375"/>
            <a:ext cx="6387880" cy="1569250"/>
          </a:xfrm>
          <a:prstGeom prst="rect">
            <a:avLst/>
          </a:prstGeom>
        </p:spPr>
      </p:pic>
      <p:sp>
        <p:nvSpPr>
          <p:cNvPr id="5" name="Titre 15">
            <a:extLst>
              <a:ext uri="{FF2B5EF4-FFF2-40B4-BE49-F238E27FC236}">
                <a16:creationId xmlns:a16="http://schemas.microsoft.com/office/drawing/2014/main" id="{150AC84D-DE84-4955-CC02-155035DBB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6781" y="2975156"/>
            <a:ext cx="6482712" cy="2074688"/>
          </a:xfrm>
          <a:prstGeom prst="rect">
            <a:avLst/>
          </a:prstGeom>
        </p:spPr>
        <p:txBody>
          <a:bodyPr anchor="b"/>
          <a:lstStyle>
            <a:lvl1pPr>
              <a:defRPr sz="4800" b="0" spc="-10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du chapitre sur plusieurs lignes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884B47CB-7B46-8469-3FA6-FDAC33E181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1992" y="3188827"/>
            <a:ext cx="2371726" cy="2074688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500" b="0" spc="-300" baseline="0">
                <a:solidFill>
                  <a:schemeClr val="accent1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01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654E2828-AE1C-6828-D8EF-F4E5BE3387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08FB58-E524-010C-AD74-64BAFEFD7421}"/>
              </a:ext>
            </a:extLst>
          </p:cNvPr>
          <p:cNvSpPr/>
          <p:nvPr userDrawn="1"/>
        </p:nvSpPr>
        <p:spPr>
          <a:xfrm>
            <a:off x="0" y="0"/>
            <a:ext cx="38023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pic>
        <p:nvPicPr>
          <p:cNvPr id="4" name="Image 3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45DC2418-5E63-DCD7-4E11-BAF0B37D91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6" b="1174"/>
          <a:stretch>
            <a:fillRect/>
          </a:stretch>
        </p:blipFill>
        <p:spPr>
          <a:xfrm>
            <a:off x="4794471" y="5286375"/>
            <a:ext cx="6387880" cy="1569250"/>
          </a:xfrm>
          <a:prstGeom prst="rect">
            <a:avLst/>
          </a:prstGeom>
        </p:spPr>
      </p:pic>
      <p:sp>
        <p:nvSpPr>
          <p:cNvPr id="5" name="Titre 15">
            <a:extLst>
              <a:ext uri="{FF2B5EF4-FFF2-40B4-BE49-F238E27FC236}">
                <a16:creationId xmlns:a16="http://schemas.microsoft.com/office/drawing/2014/main" id="{150AC84D-DE84-4955-CC02-155035DBB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6781" y="2975156"/>
            <a:ext cx="6482712" cy="2074688"/>
          </a:xfrm>
          <a:prstGeom prst="rect">
            <a:avLst/>
          </a:prstGeom>
        </p:spPr>
        <p:txBody>
          <a:bodyPr anchor="b"/>
          <a:lstStyle>
            <a:lvl1pPr>
              <a:defRPr sz="4800" b="0" spc="-10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du chapitre sur plusieurs lignes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884B47CB-7B46-8469-3FA6-FDAC33E181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1992" y="3188827"/>
            <a:ext cx="2371726" cy="2074688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500" b="0" spc="-300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01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654E2828-AE1C-6828-D8EF-F4E5BE3387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5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08FB58-E524-010C-AD74-64BAFEFD7421}"/>
              </a:ext>
            </a:extLst>
          </p:cNvPr>
          <p:cNvSpPr/>
          <p:nvPr userDrawn="1"/>
        </p:nvSpPr>
        <p:spPr>
          <a:xfrm>
            <a:off x="0" y="0"/>
            <a:ext cx="38023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pic>
        <p:nvPicPr>
          <p:cNvPr id="4" name="Image 3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45DC2418-5E63-DCD7-4E11-BAF0B37D91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6" b="1174"/>
          <a:stretch>
            <a:fillRect/>
          </a:stretch>
        </p:blipFill>
        <p:spPr>
          <a:xfrm>
            <a:off x="4794471" y="5286375"/>
            <a:ext cx="6387880" cy="1569250"/>
          </a:xfrm>
          <a:prstGeom prst="rect">
            <a:avLst/>
          </a:prstGeom>
        </p:spPr>
      </p:pic>
      <p:sp>
        <p:nvSpPr>
          <p:cNvPr id="5" name="Titre 15">
            <a:extLst>
              <a:ext uri="{FF2B5EF4-FFF2-40B4-BE49-F238E27FC236}">
                <a16:creationId xmlns:a16="http://schemas.microsoft.com/office/drawing/2014/main" id="{150AC84D-DE84-4955-CC02-155035DBB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6781" y="2975156"/>
            <a:ext cx="6482712" cy="2074688"/>
          </a:xfrm>
          <a:prstGeom prst="rect">
            <a:avLst/>
          </a:prstGeom>
        </p:spPr>
        <p:txBody>
          <a:bodyPr anchor="b"/>
          <a:lstStyle>
            <a:lvl1pPr>
              <a:defRPr sz="4800" b="0" spc="-10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du chapitre sur plusieurs lignes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884B47CB-7B46-8469-3FA6-FDAC33E181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1992" y="3188827"/>
            <a:ext cx="2371726" cy="2074688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500" b="0" spc="-300" baseline="0">
                <a:solidFill>
                  <a:schemeClr val="accent4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01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654E2828-AE1C-6828-D8EF-F4E5BE3387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3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 5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08FB58-E524-010C-AD74-64BAFEFD7421}"/>
              </a:ext>
            </a:extLst>
          </p:cNvPr>
          <p:cNvSpPr/>
          <p:nvPr userDrawn="1"/>
        </p:nvSpPr>
        <p:spPr>
          <a:xfrm>
            <a:off x="0" y="0"/>
            <a:ext cx="38023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pic>
        <p:nvPicPr>
          <p:cNvPr id="4" name="Image 3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45DC2418-5E63-DCD7-4E11-BAF0B37D91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6" b="1174"/>
          <a:stretch>
            <a:fillRect/>
          </a:stretch>
        </p:blipFill>
        <p:spPr>
          <a:xfrm>
            <a:off x="4794471" y="5286375"/>
            <a:ext cx="6387880" cy="1569250"/>
          </a:xfrm>
          <a:prstGeom prst="rect">
            <a:avLst/>
          </a:prstGeom>
        </p:spPr>
      </p:pic>
      <p:sp>
        <p:nvSpPr>
          <p:cNvPr id="5" name="Titre 15">
            <a:extLst>
              <a:ext uri="{FF2B5EF4-FFF2-40B4-BE49-F238E27FC236}">
                <a16:creationId xmlns:a16="http://schemas.microsoft.com/office/drawing/2014/main" id="{150AC84D-DE84-4955-CC02-155035DBB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6781" y="2975156"/>
            <a:ext cx="6482712" cy="2074688"/>
          </a:xfrm>
          <a:prstGeom prst="rect">
            <a:avLst/>
          </a:prstGeom>
        </p:spPr>
        <p:txBody>
          <a:bodyPr anchor="b"/>
          <a:lstStyle>
            <a:lvl1pPr>
              <a:defRPr sz="4800" b="0" spc="-10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du chapitre sur plusieurs lignes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884B47CB-7B46-8469-3FA6-FDAC33E181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1992" y="3188827"/>
            <a:ext cx="2371726" cy="2074688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100000"/>
              </a:lnSpc>
              <a:buNone/>
              <a:defRPr sz="11500" b="0" spc="-300" baseline="0">
                <a:solidFill>
                  <a:schemeClr val="accent5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01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654E2828-AE1C-6828-D8EF-F4E5BE3387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05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EDC43576-A52A-0EDC-A216-76124F9EC0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  <p:sp>
        <p:nvSpPr>
          <p:cNvPr id="3" name="Titre 15">
            <a:extLst>
              <a:ext uri="{FF2B5EF4-FFF2-40B4-BE49-F238E27FC236}">
                <a16:creationId xmlns:a16="http://schemas.microsoft.com/office/drawing/2014/main" id="{A303BBE4-6937-B60E-6102-75A9A9CD49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962" y="1804111"/>
            <a:ext cx="2894281" cy="4026947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3000" b="0" spc="-80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sur plusieurs lignes</a:t>
            </a: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6C6233D0-E24C-F718-FEFC-3E28BF1CE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6962" y="6411862"/>
            <a:ext cx="5199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/>
              <a:t>Titre de la présentation et date</a:t>
            </a:r>
            <a:endParaRPr lang="fr-FR" dirty="0">
              <a:latin typeface="Trebuchet MS" panose="020B0603020202020204" pitchFamily="34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91F58F4-8EB6-9699-D67A-06CA0EA17A20}"/>
              </a:ext>
            </a:extLst>
          </p:cNvPr>
          <p:cNvCxnSpPr/>
          <p:nvPr userDrawn="1"/>
        </p:nvCxnSpPr>
        <p:spPr>
          <a:xfrm>
            <a:off x="11139340" y="6621413"/>
            <a:ext cx="78075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42BD3AA-EE55-DAB1-A034-6496F1E09262}"/>
              </a:ext>
            </a:extLst>
          </p:cNvPr>
          <p:cNvCxnSpPr/>
          <p:nvPr userDrawn="1"/>
        </p:nvCxnSpPr>
        <p:spPr>
          <a:xfrm>
            <a:off x="11139340" y="1153158"/>
            <a:ext cx="78075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E8EE394-7AF3-57FD-0A41-BFA3439DC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6150" y="659545"/>
            <a:ext cx="849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64609F"/>
                </a:solidFill>
                <a:latin typeface="Trebuchet MS" panose="020B0603020202020204" pitchFamily="34" charset="0"/>
              </a:defRPr>
            </a:lvl1pPr>
          </a:lstStyle>
          <a:p>
            <a:fld id="{F99EF5AE-56D7-4A2B-B0E3-BCC40C43C5F5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9375DF6B-A1E1-3D71-BF29-4A0C852A3B9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97400" y="1803400"/>
            <a:ext cx="3187577" cy="4027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>
                <a:latin typeface="Arial" panose="020B0604020202020204" pitchFamily="34" charset="0"/>
              </a:defRPr>
            </a:lvl1pPr>
          </a:lstStyle>
          <a:p>
            <a:r>
              <a:rPr lang="fr-FR" dirty="0"/>
              <a:t>Insérer une image ici</a:t>
            </a:r>
          </a:p>
        </p:txBody>
      </p:sp>
      <p:sp>
        <p:nvSpPr>
          <p:cNvPr id="17" name="Espace réservé pour une image  13">
            <a:extLst>
              <a:ext uri="{FF2B5EF4-FFF2-40B4-BE49-F238E27FC236}">
                <a16:creationId xmlns:a16="http://schemas.microsoft.com/office/drawing/2014/main" id="{05998354-CD35-630C-A52B-947FB89FA9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07461" y="1803400"/>
            <a:ext cx="3187577" cy="4027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>
                <a:latin typeface="Arial" panose="020B0604020202020204" pitchFamily="34" charset="0"/>
              </a:defRPr>
            </a:lvl1pPr>
          </a:lstStyle>
          <a:p>
            <a:r>
              <a:rPr lang="fr-FR" dirty="0"/>
              <a:t>Insérer une image ici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9F41CA65-F8C7-1870-A83E-C1A166F4E7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7220" y="5666822"/>
            <a:ext cx="1943161" cy="286232"/>
          </a:xfrm>
          <a:prstGeom prst="rect">
            <a:avLst/>
          </a:prstGeom>
          <a:solidFill>
            <a:schemeClr val="accent6"/>
          </a:solidFill>
        </p:spPr>
        <p:txBody>
          <a:bodyPr wrap="none" rtlCol="0" anchor="ctr">
            <a:spAutoFit/>
          </a:bodyPr>
          <a:lstStyle>
            <a:lvl1pPr marL="0" indent="0">
              <a:buNone/>
              <a:defRPr lang="fr-FR" sz="1400" dirty="0">
                <a:solidFill>
                  <a:schemeClr val="accent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Légende sur une ligne</a:t>
            </a:r>
          </a:p>
        </p:txBody>
      </p:sp>
      <p:sp>
        <p:nvSpPr>
          <p:cNvPr id="21" name="Espace réservé du texte 19">
            <a:extLst>
              <a:ext uri="{FF2B5EF4-FFF2-40B4-BE49-F238E27FC236}">
                <a16:creationId xmlns:a16="http://schemas.microsoft.com/office/drawing/2014/main" id="{992EB154-4E3B-3415-E7E1-1CBC3A966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55157" y="5666822"/>
            <a:ext cx="1943161" cy="286232"/>
          </a:xfrm>
          <a:prstGeom prst="rect">
            <a:avLst/>
          </a:prstGeom>
          <a:solidFill>
            <a:schemeClr val="accent6"/>
          </a:solidFill>
        </p:spPr>
        <p:txBody>
          <a:bodyPr wrap="none" rtlCol="0" anchor="ctr">
            <a:spAutoFit/>
          </a:bodyPr>
          <a:lstStyle>
            <a:lvl1pPr marL="0" indent="0">
              <a:buNone/>
              <a:defRPr lang="fr-FR" sz="1400" dirty="0">
                <a:solidFill>
                  <a:schemeClr val="accent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Légende sur une ligne</a:t>
            </a:r>
          </a:p>
        </p:txBody>
      </p:sp>
    </p:spTree>
    <p:extLst>
      <p:ext uri="{BB962C8B-B14F-4D97-AF65-F5344CB8AC3E}">
        <p14:creationId xmlns:p14="http://schemas.microsoft.com/office/powerpoint/2010/main" val="311005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F22F1811-0A85-1E04-784F-AB1291F353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  <p:sp>
        <p:nvSpPr>
          <p:cNvPr id="6" name="Titre 15">
            <a:extLst>
              <a:ext uri="{FF2B5EF4-FFF2-40B4-BE49-F238E27FC236}">
                <a16:creationId xmlns:a16="http://schemas.microsoft.com/office/drawing/2014/main" id="{F7A58C0A-5481-99D9-A8D1-8CAA52F3E3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6764" y="1804915"/>
            <a:ext cx="6440805" cy="48108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3000" b="0" spc="-80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sur une ligne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B627AEDB-7A3F-D8EC-1CCC-6776AEB1ED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764" y="2319334"/>
            <a:ext cx="6440805" cy="31732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800" b="1" spc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Sous-titre sur une ligne</a:t>
            </a:r>
          </a:p>
        </p:txBody>
      </p:sp>
      <p:sp>
        <p:nvSpPr>
          <p:cNvPr id="8" name="Espace réservé du texte 18">
            <a:extLst>
              <a:ext uri="{FF2B5EF4-FFF2-40B4-BE49-F238E27FC236}">
                <a16:creationId xmlns:a16="http://schemas.microsoft.com/office/drawing/2014/main" id="{AE00A387-4F6F-C217-3FBD-0C43A3E10EF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96764" y="2685092"/>
            <a:ext cx="6440805" cy="3145966"/>
          </a:xfrm>
          <a:prstGeom prst="rect">
            <a:avLst/>
          </a:prstGeom>
        </p:spPr>
        <p:txBody>
          <a:bodyPr lIns="0" tIns="0" rIns="0" bIns="0" anchor="t"/>
          <a:lstStyle>
            <a:lvl1pPr marL="358775" indent="-358775">
              <a:lnSpc>
                <a:spcPct val="120000"/>
              </a:lnSpc>
              <a:buClr>
                <a:schemeClr val="accent3"/>
              </a:buClr>
              <a:buFont typeface="Wingdings 3" panose="05040102010807070707" pitchFamily="18" charset="2"/>
              <a:buChar char=""/>
              <a:defRPr sz="1800" b="0" spc="0" baseline="0">
                <a:solidFill>
                  <a:srgbClr val="57575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Texte courant ici.</a:t>
            </a:r>
          </a:p>
        </p:txBody>
      </p:sp>
      <p:sp>
        <p:nvSpPr>
          <p:cNvPr id="9" name="Espace réservé du texte 18">
            <a:extLst>
              <a:ext uri="{FF2B5EF4-FFF2-40B4-BE49-F238E27FC236}">
                <a16:creationId xmlns:a16="http://schemas.microsoft.com/office/drawing/2014/main" id="{94EA4492-F632-7846-0547-2B7D72A828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63" y="1778934"/>
            <a:ext cx="2894282" cy="251171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60000"/>
              </a:lnSpc>
              <a:spcBef>
                <a:spcPts val="0"/>
              </a:spcBef>
              <a:buNone/>
              <a:defRPr sz="1500" b="1" spc="-40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Sid </a:t>
            </a:r>
            <a:r>
              <a:rPr lang="fr-FR" dirty="0" err="1"/>
              <a:t>melioies</a:t>
            </a:r>
            <a:r>
              <a:rPr lang="fr-FR" dirty="0"/>
              <a:t> dies et hic et nunc </a:t>
            </a:r>
            <a:r>
              <a:rPr lang="fr-FR" dirty="0" err="1"/>
              <a:t>Oluptamus</a:t>
            </a:r>
            <a:r>
              <a:rPr lang="fr-FR" dirty="0"/>
              <a:t> </a:t>
            </a:r>
            <a:r>
              <a:rPr lang="fr-FR" dirty="0" err="1"/>
              <a:t>deris</a:t>
            </a:r>
            <a:endParaRPr lang="fr-FR" dirty="0"/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234754B7-8AF4-92DB-371D-F24CA5216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6962" y="6411862"/>
            <a:ext cx="5199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/>
              <a:t>Titre de la présentation et date</a:t>
            </a:r>
            <a:endParaRPr lang="fr-FR" dirty="0">
              <a:latin typeface="Trebuchet MS" panose="020B0603020202020204" pitchFamily="34" charset="0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EA865F2D-3C0A-1692-493E-3755FE658FEC}"/>
              </a:ext>
            </a:extLst>
          </p:cNvPr>
          <p:cNvCxnSpPr/>
          <p:nvPr userDrawn="1"/>
        </p:nvCxnSpPr>
        <p:spPr>
          <a:xfrm>
            <a:off x="11139340" y="6621413"/>
            <a:ext cx="78075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D409B1E-9F8A-E260-3E60-C09DDA915627}"/>
              </a:ext>
            </a:extLst>
          </p:cNvPr>
          <p:cNvCxnSpPr/>
          <p:nvPr userDrawn="1"/>
        </p:nvCxnSpPr>
        <p:spPr>
          <a:xfrm>
            <a:off x="11139340" y="1153158"/>
            <a:ext cx="78075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4EA86215-00AF-DBFF-80CC-95155C1B6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6150" y="659545"/>
            <a:ext cx="849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64609F"/>
                </a:solidFill>
                <a:latin typeface="Trebuchet MS" panose="020B0603020202020204" pitchFamily="34" charset="0"/>
              </a:defRPr>
            </a:lvl1pPr>
          </a:lstStyle>
          <a:p>
            <a:fld id="{F99EF5AE-56D7-4A2B-B0E3-BCC40C43C5F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483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9F374503-71E9-CBD1-DA8B-8507376973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730D05C-CAF1-E67C-E686-FBECF88099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" t="10445" r="13352" b="64756"/>
          <a:stretch>
            <a:fillRect/>
          </a:stretch>
        </p:blipFill>
        <p:spPr>
          <a:xfrm>
            <a:off x="838200" y="1727375"/>
            <a:ext cx="3001310" cy="96248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ECA7658-21B1-9459-D34F-3218243373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" t="71279" r="13352" b="13666"/>
          <a:stretch>
            <a:fillRect/>
          </a:stretch>
        </p:blipFill>
        <p:spPr>
          <a:xfrm>
            <a:off x="838200" y="5601488"/>
            <a:ext cx="3001310" cy="584259"/>
          </a:xfrm>
          <a:prstGeom prst="rect">
            <a:avLst/>
          </a:prstGeom>
        </p:spPr>
      </p:pic>
      <p:sp>
        <p:nvSpPr>
          <p:cNvPr id="3" name="Espace réservé pour une image  13">
            <a:extLst>
              <a:ext uri="{FF2B5EF4-FFF2-40B4-BE49-F238E27FC236}">
                <a16:creationId xmlns:a16="http://schemas.microsoft.com/office/drawing/2014/main" id="{F1698CF5-DCCE-AC19-F256-03A19189C7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6775" y="2664772"/>
            <a:ext cx="2943225" cy="29290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>
                <a:latin typeface="Arial" panose="020B0604020202020204" pitchFamily="34" charset="0"/>
              </a:defRPr>
            </a:lvl1pPr>
          </a:lstStyle>
          <a:p>
            <a:r>
              <a:rPr lang="fr-FR" dirty="0"/>
              <a:t>Insérer une image ici</a:t>
            </a:r>
          </a:p>
        </p:txBody>
      </p:sp>
      <p:sp>
        <p:nvSpPr>
          <p:cNvPr id="4" name="Titre 15">
            <a:extLst>
              <a:ext uri="{FF2B5EF4-FFF2-40B4-BE49-F238E27FC236}">
                <a16:creationId xmlns:a16="http://schemas.microsoft.com/office/drawing/2014/main" id="{03EAD339-EC44-B5F6-470C-C760781FA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6764" y="1804915"/>
            <a:ext cx="6440805" cy="48108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3000" b="0" spc="-80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sur une ligne</a:t>
            </a:r>
          </a:p>
        </p:txBody>
      </p:sp>
      <p:sp>
        <p:nvSpPr>
          <p:cNvPr id="5" name="Espace réservé du texte 18">
            <a:extLst>
              <a:ext uri="{FF2B5EF4-FFF2-40B4-BE49-F238E27FC236}">
                <a16:creationId xmlns:a16="http://schemas.microsoft.com/office/drawing/2014/main" id="{98249C3B-D6C2-B165-7570-232D193CF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764" y="2319334"/>
            <a:ext cx="6440805" cy="31732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800" b="1" spc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Sous-titre sur une ligne</a:t>
            </a:r>
          </a:p>
        </p:txBody>
      </p:sp>
      <p:sp>
        <p:nvSpPr>
          <p:cNvPr id="6" name="Espace réservé du texte 18">
            <a:extLst>
              <a:ext uri="{FF2B5EF4-FFF2-40B4-BE49-F238E27FC236}">
                <a16:creationId xmlns:a16="http://schemas.microsoft.com/office/drawing/2014/main" id="{60AEA67C-1D16-BE33-D97A-F10460E00B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96765" y="2685092"/>
            <a:ext cx="3091816" cy="3145966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20000"/>
              </a:lnSpc>
              <a:buClr>
                <a:schemeClr val="accent3"/>
              </a:buClr>
              <a:buFontTx/>
              <a:buNone/>
              <a:defRPr sz="1600" b="0" spc="0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Texte courant ici.</a:t>
            </a:r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713A272C-AD65-D070-6539-08AE8B940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6962" y="6411862"/>
            <a:ext cx="5199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/>
              <a:t>Titre de la présentation et date</a:t>
            </a:r>
            <a:endParaRPr lang="fr-FR" dirty="0">
              <a:latin typeface="Trebuchet MS" panose="020B0603020202020204" pitchFamily="34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0C2479A-61E8-936D-DB12-C087872C5384}"/>
              </a:ext>
            </a:extLst>
          </p:cNvPr>
          <p:cNvCxnSpPr/>
          <p:nvPr userDrawn="1"/>
        </p:nvCxnSpPr>
        <p:spPr>
          <a:xfrm>
            <a:off x="11139340" y="6621413"/>
            <a:ext cx="78075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F8307F4B-5944-F944-CEBB-73671CA84D8A}"/>
              </a:ext>
            </a:extLst>
          </p:cNvPr>
          <p:cNvCxnSpPr/>
          <p:nvPr userDrawn="1"/>
        </p:nvCxnSpPr>
        <p:spPr>
          <a:xfrm>
            <a:off x="11139340" y="1153158"/>
            <a:ext cx="78075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73151AC7-F8CC-9501-964A-76AA86BBC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6150" y="659545"/>
            <a:ext cx="849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64609F"/>
                </a:solidFill>
                <a:latin typeface="Trebuchet MS" panose="020B0603020202020204" pitchFamily="34" charset="0"/>
              </a:defRPr>
            </a:lvl1pPr>
          </a:lstStyle>
          <a:p>
            <a:fld id="{F99EF5AE-56D7-4A2B-B0E3-BCC40C43C5F5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Espace réservé du texte 18">
            <a:extLst>
              <a:ext uri="{FF2B5EF4-FFF2-40B4-BE49-F238E27FC236}">
                <a16:creationId xmlns:a16="http://schemas.microsoft.com/office/drawing/2014/main" id="{48DC43B0-A602-66ED-A15A-84FC495489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45753" y="2685092"/>
            <a:ext cx="3091816" cy="3145966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20000"/>
              </a:lnSpc>
              <a:buClr>
                <a:schemeClr val="accent3"/>
              </a:buClr>
              <a:buFontTx/>
              <a:buNone/>
              <a:defRPr sz="1600" b="0" spc="0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Texte courant ici.</a:t>
            </a:r>
          </a:p>
        </p:txBody>
      </p:sp>
    </p:spTree>
    <p:extLst>
      <p:ext uri="{BB962C8B-B14F-4D97-AF65-F5344CB8AC3E}">
        <p14:creationId xmlns:p14="http://schemas.microsoft.com/office/powerpoint/2010/main" val="1623078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A7C74E67-2D6E-AE5A-C71D-63CDF05F25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741B399E-A33C-7BD6-43DF-A82745429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6962" y="6411862"/>
            <a:ext cx="5199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/>
              <a:t>Titre de la présentation et date</a:t>
            </a:r>
            <a:endParaRPr lang="fr-FR" dirty="0">
              <a:latin typeface="Trebuchet MS" panose="020B0603020202020204" pitchFamily="34" charset="0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C60F5ED-68AA-33FF-C1F5-30E5C6CE3F2F}"/>
              </a:ext>
            </a:extLst>
          </p:cNvPr>
          <p:cNvCxnSpPr/>
          <p:nvPr userDrawn="1"/>
        </p:nvCxnSpPr>
        <p:spPr>
          <a:xfrm>
            <a:off x="11139340" y="6621413"/>
            <a:ext cx="78075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9F211B0-10DB-E33B-ED20-D700B0ED4F5D}"/>
              </a:ext>
            </a:extLst>
          </p:cNvPr>
          <p:cNvCxnSpPr/>
          <p:nvPr userDrawn="1"/>
        </p:nvCxnSpPr>
        <p:spPr>
          <a:xfrm>
            <a:off x="11139340" y="1153158"/>
            <a:ext cx="78075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09DD7A-FF07-7942-0151-271E90CFC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6150" y="659545"/>
            <a:ext cx="849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64609F"/>
                </a:solidFill>
                <a:latin typeface="Trebuchet MS" panose="020B0603020202020204" pitchFamily="34" charset="0"/>
              </a:defRPr>
            </a:lvl1pPr>
          </a:lstStyle>
          <a:p>
            <a:fld id="{F99EF5AE-56D7-4A2B-B0E3-BCC40C43C5F5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7" name="Titre 15">
            <a:extLst>
              <a:ext uri="{FF2B5EF4-FFF2-40B4-BE49-F238E27FC236}">
                <a16:creationId xmlns:a16="http://schemas.microsoft.com/office/drawing/2014/main" id="{F189B00F-91C3-A276-7BFC-A60079783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962" y="1804915"/>
            <a:ext cx="10140607" cy="48108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3000" b="0" spc="-80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sur une ligne</a:t>
            </a:r>
          </a:p>
        </p:txBody>
      </p:sp>
      <p:sp>
        <p:nvSpPr>
          <p:cNvPr id="8" name="Espace réservé du texte 18">
            <a:extLst>
              <a:ext uri="{FF2B5EF4-FFF2-40B4-BE49-F238E27FC236}">
                <a16:creationId xmlns:a16="http://schemas.microsoft.com/office/drawing/2014/main" id="{3F69FD34-D8B8-10C2-3FB2-805F839146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6962" y="2319334"/>
            <a:ext cx="10140607" cy="31732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800" b="1" spc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Sous-titre sur une ligne</a:t>
            </a: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2DC409BF-1179-6981-55D0-B948E686AF88}"/>
              </a:ext>
            </a:extLst>
          </p:cNvPr>
          <p:cNvSpPr/>
          <p:nvPr userDrawn="1"/>
        </p:nvSpPr>
        <p:spPr>
          <a:xfrm>
            <a:off x="849630" y="4326138"/>
            <a:ext cx="10492740" cy="198120"/>
          </a:xfrm>
          <a:custGeom>
            <a:avLst/>
            <a:gdLst>
              <a:gd name="connsiteX0" fmla="*/ 0 w 10492740"/>
              <a:gd name="connsiteY0" fmla="*/ 0 h 198120"/>
              <a:gd name="connsiteX1" fmla="*/ 3429000 w 10492740"/>
              <a:gd name="connsiteY1" fmla="*/ 198120 h 198120"/>
              <a:gd name="connsiteX2" fmla="*/ 4693920 w 10492740"/>
              <a:gd name="connsiteY2" fmla="*/ 121920 h 198120"/>
              <a:gd name="connsiteX3" fmla="*/ 5234940 w 10492740"/>
              <a:gd name="connsiteY3" fmla="*/ 160020 h 198120"/>
              <a:gd name="connsiteX4" fmla="*/ 7886700 w 10492740"/>
              <a:gd name="connsiteY4" fmla="*/ 30480 h 198120"/>
              <a:gd name="connsiteX5" fmla="*/ 9357360 w 10492740"/>
              <a:gd name="connsiteY5" fmla="*/ 152400 h 198120"/>
              <a:gd name="connsiteX6" fmla="*/ 10492740 w 10492740"/>
              <a:gd name="connsiteY6" fmla="*/ 15240 h 19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92740" h="198120">
                <a:moveTo>
                  <a:pt x="0" y="0"/>
                </a:moveTo>
                <a:lnTo>
                  <a:pt x="3429000" y="198120"/>
                </a:lnTo>
                <a:lnTo>
                  <a:pt x="4693920" y="121920"/>
                </a:lnTo>
                <a:lnTo>
                  <a:pt x="5234940" y="160020"/>
                </a:lnTo>
                <a:lnTo>
                  <a:pt x="7886700" y="30480"/>
                </a:lnTo>
                <a:lnTo>
                  <a:pt x="9357360" y="152400"/>
                </a:lnTo>
                <a:lnTo>
                  <a:pt x="10492740" y="15240"/>
                </a:lnTo>
              </a:path>
            </a:pathLst>
          </a:custGeom>
          <a:noFill/>
          <a:ln w="254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11" name="Espace réservé du texte 19">
            <a:extLst>
              <a:ext uri="{FF2B5EF4-FFF2-40B4-BE49-F238E27FC236}">
                <a16:creationId xmlns:a16="http://schemas.microsoft.com/office/drawing/2014/main" id="{62CC6806-3514-CE42-E52F-D4DFD8C499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9180" y="5334404"/>
            <a:ext cx="1388522" cy="286232"/>
          </a:xfrm>
          <a:prstGeom prst="rect">
            <a:avLst/>
          </a:prstGeom>
          <a:solidFill>
            <a:schemeClr val="accent3"/>
          </a:solidFill>
        </p:spPr>
        <p:txBody>
          <a:bodyPr wrap="none" rtlCol="0" anchor="ctr">
            <a:spAutoFit/>
          </a:bodyPr>
          <a:lstStyle>
            <a:lvl1pPr marL="0" indent="0">
              <a:buNone/>
              <a:defRPr lang="fr-FR" sz="1400" b="1" dirty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Votre texte ici</a:t>
            </a:r>
          </a:p>
        </p:txBody>
      </p:sp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329B0EED-11A4-804C-5701-981A2241F3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9180" y="4816886"/>
            <a:ext cx="974626" cy="4985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3600" b="0" dirty="0">
                <a:solidFill>
                  <a:schemeClr val="accent3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2019</a:t>
            </a:r>
          </a:p>
        </p:txBody>
      </p:sp>
      <p:sp>
        <p:nvSpPr>
          <p:cNvPr id="14" name="Espace réservé du texte 19">
            <a:extLst>
              <a:ext uri="{FF2B5EF4-FFF2-40B4-BE49-F238E27FC236}">
                <a16:creationId xmlns:a16="http://schemas.microsoft.com/office/drawing/2014/main" id="{381FA217-3C92-4A98-31AF-879A7E87BED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78580" y="3751952"/>
            <a:ext cx="1388522" cy="286232"/>
          </a:xfrm>
          <a:prstGeom prst="rect">
            <a:avLst/>
          </a:prstGeom>
          <a:solidFill>
            <a:schemeClr val="accent3"/>
          </a:solidFill>
        </p:spPr>
        <p:txBody>
          <a:bodyPr wrap="none" rtlCol="0" anchor="ctr">
            <a:spAutoFit/>
          </a:bodyPr>
          <a:lstStyle>
            <a:lvl1pPr marL="0" indent="0">
              <a:buNone/>
              <a:defRPr lang="fr-FR" sz="1400" b="1" dirty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Votre texte ici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62D1BCB1-34C5-F225-D199-DD4CB14162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78580" y="3234434"/>
            <a:ext cx="968214" cy="4985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3600" b="0" dirty="0">
                <a:solidFill>
                  <a:schemeClr val="accent3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2021</a:t>
            </a:r>
          </a:p>
        </p:txBody>
      </p:sp>
      <p:sp>
        <p:nvSpPr>
          <p:cNvPr id="16" name="Espace réservé du texte 19">
            <a:extLst>
              <a:ext uri="{FF2B5EF4-FFF2-40B4-BE49-F238E27FC236}">
                <a16:creationId xmlns:a16="http://schemas.microsoft.com/office/drawing/2014/main" id="{25B785B3-1218-FD3F-9661-F0816A0479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03720" y="5334404"/>
            <a:ext cx="1388522" cy="286232"/>
          </a:xfrm>
          <a:prstGeom prst="rect">
            <a:avLst/>
          </a:prstGeom>
          <a:solidFill>
            <a:schemeClr val="accent3"/>
          </a:solidFill>
        </p:spPr>
        <p:txBody>
          <a:bodyPr wrap="none" rtlCol="0" anchor="ctr">
            <a:spAutoFit/>
          </a:bodyPr>
          <a:lstStyle>
            <a:lvl1pPr marL="0" indent="0">
              <a:buNone/>
              <a:defRPr lang="fr-FR" sz="1400" b="1" dirty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Votre texte ici</a:t>
            </a:r>
          </a:p>
        </p:txBody>
      </p:sp>
      <p:sp>
        <p:nvSpPr>
          <p:cNvPr id="17" name="Espace réservé du texte 19">
            <a:extLst>
              <a:ext uri="{FF2B5EF4-FFF2-40B4-BE49-F238E27FC236}">
                <a16:creationId xmlns:a16="http://schemas.microsoft.com/office/drawing/2014/main" id="{399C6091-325F-2F82-26B8-A77C4258B7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03720" y="4816886"/>
            <a:ext cx="993862" cy="4985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3600" b="0" dirty="0">
                <a:solidFill>
                  <a:schemeClr val="accent3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2023</a:t>
            </a:r>
          </a:p>
        </p:txBody>
      </p:sp>
      <p:sp>
        <p:nvSpPr>
          <p:cNvPr id="18" name="Espace réservé du texte 19">
            <a:extLst>
              <a:ext uri="{FF2B5EF4-FFF2-40B4-BE49-F238E27FC236}">
                <a16:creationId xmlns:a16="http://schemas.microsoft.com/office/drawing/2014/main" id="{04F878CA-B97F-F20C-836F-9A195CB9AE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17628" y="3751952"/>
            <a:ext cx="1388522" cy="286232"/>
          </a:xfrm>
          <a:prstGeom prst="rect">
            <a:avLst/>
          </a:prstGeom>
          <a:solidFill>
            <a:schemeClr val="accent3"/>
          </a:solidFill>
        </p:spPr>
        <p:txBody>
          <a:bodyPr wrap="none" rtlCol="0" anchor="ctr">
            <a:spAutoFit/>
          </a:bodyPr>
          <a:lstStyle>
            <a:lvl1pPr marL="0" indent="0">
              <a:buNone/>
              <a:defRPr lang="fr-FR" sz="1400" b="1" dirty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Votre texte ici</a:t>
            </a:r>
          </a:p>
        </p:txBody>
      </p:sp>
      <p:sp>
        <p:nvSpPr>
          <p:cNvPr id="19" name="Espace réservé du texte 19">
            <a:extLst>
              <a:ext uri="{FF2B5EF4-FFF2-40B4-BE49-F238E27FC236}">
                <a16:creationId xmlns:a16="http://schemas.microsoft.com/office/drawing/2014/main" id="{53C3BCBA-D1F1-6144-A517-19E5104C47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17628" y="3234434"/>
            <a:ext cx="1000274" cy="4985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3600" b="0" dirty="0">
                <a:solidFill>
                  <a:schemeClr val="accent3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899089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6CDB1D9-B07E-A560-FB33-F04D4CEF3F44}"/>
              </a:ext>
            </a:extLst>
          </p:cNvPr>
          <p:cNvSpPr/>
          <p:nvPr userDrawn="1"/>
        </p:nvSpPr>
        <p:spPr>
          <a:xfrm>
            <a:off x="4597400" y="1803400"/>
            <a:ext cx="3187577" cy="40269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944173-358D-0785-9B0A-C91C5E944F58}"/>
              </a:ext>
            </a:extLst>
          </p:cNvPr>
          <p:cNvSpPr/>
          <p:nvPr userDrawn="1"/>
        </p:nvSpPr>
        <p:spPr>
          <a:xfrm>
            <a:off x="8107461" y="1803400"/>
            <a:ext cx="3187577" cy="40269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8A3EE00A-A8D4-4467-37E0-6FA7D07E76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100" y="722228"/>
            <a:ext cx="1612900" cy="535705"/>
          </a:xfrm>
          <a:prstGeom prst="rect">
            <a:avLst/>
          </a:prstGeom>
        </p:spPr>
      </p:pic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0011A525-7D34-68B5-B86B-EBDCCF04A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6962" y="6411862"/>
            <a:ext cx="5199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/>
              <a:t>Titre de la présentation et date</a:t>
            </a:r>
            <a:endParaRPr lang="fr-FR" dirty="0">
              <a:latin typeface="Trebuchet MS" panose="020B0603020202020204" pitchFamily="34" charset="0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0C8CFFC2-10F2-405E-31E9-A4E3A17A3FF1}"/>
              </a:ext>
            </a:extLst>
          </p:cNvPr>
          <p:cNvCxnSpPr/>
          <p:nvPr userDrawn="1"/>
        </p:nvCxnSpPr>
        <p:spPr>
          <a:xfrm>
            <a:off x="11139340" y="6621413"/>
            <a:ext cx="78075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E012757D-03B9-4474-D8F0-D37FDF6B9F06}"/>
              </a:ext>
            </a:extLst>
          </p:cNvPr>
          <p:cNvCxnSpPr/>
          <p:nvPr userDrawn="1"/>
        </p:nvCxnSpPr>
        <p:spPr>
          <a:xfrm>
            <a:off x="11139340" y="1153158"/>
            <a:ext cx="78075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D15F5B-77B5-088A-9474-E969C38BF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6150" y="659545"/>
            <a:ext cx="849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64609F"/>
                </a:solidFill>
                <a:latin typeface="Trebuchet MS" panose="020B0603020202020204" pitchFamily="34" charset="0"/>
              </a:defRPr>
            </a:lvl1pPr>
          </a:lstStyle>
          <a:p>
            <a:fld id="{F99EF5AE-56D7-4A2B-B0E3-BCC40C43C5F5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7" name="Titre 15">
            <a:extLst>
              <a:ext uri="{FF2B5EF4-FFF2-40B4-BE49-F238E27FC236}">
                <a16:creationId xmlns:a16="http://schemas.microsoft.com/office/drawing/2014/main" id="{3B51053D-E46A-B9CC-E61C-85F151DB3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963" y="1804915"/>
            <a:ext cx="3141637" cy="1950087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3000" b="0" spc="-80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Titre sur une ou plusieurs lignes</a:t>
            </a:r>
          </a:p>
        </p:txBody>
      </p:sp>
      <p:sp>
        <p:nvSpPr>
          <p:cNvPr id="8" name="Espace réservé du texte 18">
            <a:extLst>
              <a:ext uri="{FF2B5EF4-FFF2-40B4-BE49-F238E27FC236}">
                <a16:creationId xmlns:a16="http://schemas.microsoft.com/office/drawing/2014/main" id="{A5692328-12BE-A9AD-3426-6D56EBC881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6963" y="3762622"/>
            <a:ext cx="3141637" cy="105321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1800" b="1" spc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Sous-titre sur une ou plusieurs lignes</a:t>
            </a:r>
          </a:p>
        </p:txBody>
      </p:sp>
      <p:sp>
        <p:nvSpPr>
          <p:cNvPr id="10" name="Espace réservé du texte 19">
            <a:extLst>
              <a:ext uri="{FF2B5EF4-FFF2-40B4-BE49-F238E27FC236}">
                <a16:creationId xmlns:a16="http://schemas.microsoft.com/office/drawing/2014/main" id="{0E31B3A0-B4AE-C3ED-04FB-F1302F6064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06340" y="2218914"/>
            <a:ext cx="846386" cy="5539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4000" b="0" dirty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93%</a:t>
            </a:r>
          </a:p>
        </p:txBody>
      </p:sp>
      <p:sp>
        <p:nvSpPr>
          <p:cNvPr id="11" name="Espace réservé du texte 19">
            <a:extLst>
              <a:ext uri="{FF2B5EF4-FFF2-40B4-BE49-F238E27FC236}">
                <a16:creationId xmlns:a16="http://schemas.microsoft.com/office/drawing/2014/main" id="{01119FBF-DAF1-1D23-C330-261EDEEB23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6340" y="2800429"/>
            <a:ext cx="1870705" cy="1938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indent="0">
              <a:buNone/>
              <a:defRPr lang="fr-FR" sz="1400" b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lvl="0"/>
            <a:r>
              <a:rPr lang="fr-FR" dirty="0"/>
              <a:t>votre texte descriptif ici</a:t>
            </a:r>
          </a:p>
        </p:txBody>
      </p:sp>
      <p:sp>
        <p:nvSpPr>
          <p:cNvPr id="12" name="Espace réservé du texte 19">
            <a:extLst>
              <a:ext uri="{FF2B5EF4-FFF2-40B4-BE49-F238E27FC236}">
                <a16:creationId xmlns:a16="http://schemas.microsoft.com/office/drawing/2014/main" id="{E2023770-796F-6A70-F014-055F448334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6340" y="3432720"/>
            <a:ext cx="1077218" cy="5539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4000" b="0" dirty="0">
                <a:solidFill>
                  <a:schemeClr val="accent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1236</a:t>
            </a:r>
          </a:p>
        </p:txBody>
      </p:sp>
      <p:sp>
        <p:nvSpPr>
          <p:cNvPr id="13" name="Espace réservé du texte 19">
            <a:extLst>
              <a:ext uri="{FF2B5EF4-FFF2-40B4-BE49-F238E27FC236}">
                <a16:creationId xmlns:a16="http://schemas.microsoft.com/office/drawing/2014/main" id="{B541DD56-FAF9-CA18-1C8F-145375ECDD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06340" y="4014235"/>
            <a:ext cx="1870705" cy="1938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indent="0">
              <a:buNone/>
              <a:defRPr lang="fr-FR" sz="1400" b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lvl="0"/>
            <a:r>
              <a:rPr lang="fr-FR" dirty="0"/>
              <a:t>votre texte descriptif ici</a:t>
            </a:r>
          </a:p>
        </p:txBody>
      </p:sp>
      <p:sp>
        <p:nvSpPr>
          <p:cNvPr id="14" name="Espace réservé du texte 19">
            <a:extLst>
              <a:ext uri="{FF2B5EF4-FFF2-40B4-BE49-F238E27FC236}">
                <a16:creationId xmlns:a16="http://schemas.microsoft.com/office/drawing/2014/main" id="{FECB7381-9431-E1D4-2B05-78FE785C36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6340" y="4641713"/>
            <a:ext cx="553037" cy="5539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4000" b="0" dirty="0">
                <a:solidFill>
                  <a:schemeClr val="accent3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15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17395BA9-42AD-5984-8B5E-3AF7B97EC02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6340" y="5223228"/>
            <a:ext cx="1870705" cy="1938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indent="0">
              <a:buNone/>
              <a:defRPr lang="fr-FR" sz="1400" b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lvl="0"/>
            <a:r>
              <a:rPr lang="fr-FR" dirty="0"/>
              <a:t>votre texte descriptif ici</a:t>
            </a:r>
          </a:p>
        </p:txBody>
      </p:sp>
      <p:sp>
        <p:nvSpPr>
          <p:cNvPr id="16" name="Espace réservé du texte 19">
            <a:extLst>
              <a:ext uri="{FF2B5EF4-FFF2-40B4-BE49-F238E27FC236}">
                <a16:creationId xmlns:a16="http://schemas.microsoft.com/office/drawing/2014/main" id="{46C24164-CCAF-5C2B-8320-3E9F906287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19160" y="2218914"/>
            <a:ext cx="807913" cy="5539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4000" b="0" dirty="0">
                <a:solidFill>
                  <a:schemeClr val="accent1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190</a:t>
            </a:r>
          </a:p>
        </p:txBody>
      </p:sp>
      <p:sp>
        <p:nvSpPr>
          <p:cNvPr id="17" name="Espace réservé du texte 19">
            <a:extLst>
              <a:ext uri="{FF2B5EF4-FFF2-40B4-BE49-F238E27FC236}">
                <a16:creationId xmlns:a16="http://schemas.microsoft.com/office/drawing/2014/main" id="{38B3625A-0BD0-F490-92C6-71ED82ADF4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19160" y="2800429"/>
            <a:ext cx="1870705" cy="1938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indent="0">
              <a:buNone/>
              <a:defRPr lang="fr-FR" sz="1400" b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lvl="0"/>
            <a:r>
              <a:rPr lang="fr-FR" dirty="0"/>
              <a:t>votre texte descriptif ici</a:t>
            </a:r>
          </a:p>
        </p:txBody>
      </p:sp>
      <p:sp>
        <p:nvSpPr>
          <p:cNvPr id="18" name="Espace réservé du texte 19">
            <a:extLst>
              <a:ext uri="{FF2B5EF4-FFF2-40B4-BE49-F238E27FC236}">
                <a16:creationId xmlns:a16="http://schemas.microsoft.com/office/drawing/2014/main" id="{CA7C7211-6A8A-3AAA-F22F-519F0535A6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19160" y="3432720"/>
            <a:ext cx="1035540" cy="5539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4000" b="0" dirty="0">
                <a:solidFill>
                  <a:schemeClr val="accent3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0,5%</a:t>
            </a:r>
          </a:p>
        </p:txBody>
      </p:sp>
      <p:sp>
        <p:nvSpPr>
          <p:cNvPr id="19" name="Espace réservé du texte 19">
            <a:extLst>
              <a:ext uri="{FF2B5EF4-FFF2-40B4-BE49-F238E27FC236}">
                <a16:creationId xmlns:a16="http://schemas.microsoft.com/office/drawing/2014/main" id="{A70DE8C7-E7C0-A87B-7A2A-6BBE00BE96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19160" y="4014235"/>
            <a:ext cx="1870705" cy="1938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indent="0">
              <a:buNone/>
              <a:defRPr lang="fr-FR" sz="1400" b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lvl="0"/>
            <a:r>
              <a:rPr lang="fr-FR" dirty="0"/>
              <a:t>votre texte descriptif ici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FF6F9BC5-B082-7D9A-783F-380DDA4E32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19160" y="4641713"/>
            <a:ext cx="1346522" cy="553998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indent="0">
              <a:buNone/>
              <a:defRPr lang="fr-FR" sz="4000" b="0" dirty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pPr marL="0" lvl="0"/>
            <a:r>
              <a:rPr lang="fr-FR" dirty="0"/>
              <a:t>10000</a:t>
            </a:r>
          </a:p>
        </p:txBody>
      </p:sp>
      <p:sp>
        <p:nvSpPr>
          <p:cNvPr id="21" name="Espace réservé du texte 19">
            <a:extLst>
              <a:ext uri="{FF2B5EF4-FFF2-40B4-BE49-F238E27FC236}">
                <a16:creationId xmlns:a16="http://schemas.microsoft.com/office/drawing/2014/main" id="{FD468937-D05A-A8D9-C283-94253EE7D7A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9160" y="5223228"/>
            <a:ext cx="1870705" cy="1938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indent="0">
              <a:buNone/>
              <a:defRPr lang="fr-FR" sz="1400" b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lvl="0"/>
            <a:r>
              <a:rPr lang="fr-FR" dirty="0"/>
              <a:t>votre texte descriptif ici</a:t>
            </a:r>
          </a:p>
        </p:txBody>
      </p:sp>
    </p:spTree>
    <p:extLst>
      <p:ext uri="{BB962C8B-B14F-4D97-AF65-F5344CB8AC3E}">
        <p14:creationId xmlns:p14="http://schemas.microsoft.com/office/powerpoint/2010/main" val="2715849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/MERCI">
    <p:bg>
      <p:bgPr>
        <a:solidFill>
          <a:srgbClr val="2B31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606244E2-DFAA-B17B-B03E-AB00E6DC8F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6" b="1174"/>
          <a:stretch>
            <a:fillRect/>
          </a:stretch>
        </p:blipFill>
        <p:spPr>
          <a:xfrm>
            <a:off x="1009649" y="4387215"/>
            <a:ext cx="6387880" cy="1569250"/>
          </a:xfrm>
          <a:prstGeom prst="rect">
            <a:avLst/>
          </a:prstGeom>
        </p:spPr>
      </p:pic>
      <p:pic>
        <p:nvPicPr>
          <p:cNvPr id="6" name="Image 5" descr="Une image contenant noir et blanc, croquis, monochrome, art&#10;&#10;Le contenu généré par l’IA peut être incorrect.">
            <a:extLst>
              <a:ext uri="{FF2B5EF4-FFF2-40B4-BE49-F238E27FC236}">
                <a16:creationId xmlns:a16="http://schemas.microsoft.com/office/drawing/2014/main" id="{C431180D-A0C0-AEE1-83EC-7FB6937BE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997"/>
          <a:stretch>
            <a:fillRect/>
          </a:stretch>
        </p:blipFill>
        <p:spPr>
          <a:xfrm>
            <a:off x="1009649" y="244650"/>
            <a:ext cx="6387880" cy="2074688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DD993CB8-1F87-8D47-5F51-EA4E3E6928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1200" y="5734602"/>
            <a:ext cx="2025650" cy="672795"/>
          </a:xfrm>
          <a:prstGeom prst="rect">
            <a:avLst/>
          </a:prstGeom>
        </p:spPr>
      </p:pic>
      <p:sp>
        <p:nvSpPr>
          <p:cNvPr id="9" name="Titre 15">
            <a:extLst>
              <a:ext uri="{FF2B5EF4-FFF2-40B4-BE49-F238E27FC236}">
                <a16:creationId xmlns:a16="http://schemas.microsoft.com/office/drawing/2014/main" id="{866593F2-592E-15FB-FEBA-0B9B6B7548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499" y="2689860"/>
            <a:ext cx="6445030" cy="1704702"/>
          </a:xfrm>
          <a:prstGeom prst="rect">
            <a:avLst/>
          </a:prstGeom>
        </p:spPr>
        <p:txBody>
          <a:bodyPr anchor="ctr"/>
          <a:lstStyle>
            <a:lvl1pPr algn="ctr">
              <a:defRPr sz="11500" b="0" spc="60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fr-FR" dirty="0"/>
              <a:t>merci</a:t>
            </a:r>
          </a:p>
        </p:txBody>
      </p:sp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E6F91838-D8AB-8379-99BF-BAABFCFFE8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499" y="6090077"/>
            <a:ext cx="6445029" cy="31732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400" b="1" spc="-30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contact | Prénom et Nom | Téléphone | Email</a:t>
            </a:r>
          </a:p>
        </p:txBody>
      </p:sp>
    </p:spTree>
    <p:extLst>
      <p:ext uri="{BB962C8B-B14F-4D97-AF65-F5344CB8AC3E}">
        <p14:creationId xmlns:p14="http://schemas.microsoft.com/office/powerpoint/2010/main" val="2696039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51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9ED665-5B52-4B3B-B3FF-22B189431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F2DEA9-63B7-4B5C-AD38-D300EAB27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Titre de la présentation et date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1C4CD3-192E-432B-AF41-4E3E57FCD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99EF5AE-56D7-4A2B-B0E3-BCC40C43C5F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3370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1" r:id="rId4"/>
    <p:sldLayoutId id="2147483659" r:id="rId5"/>
    <p:sldLayoutId id="2147483660" r:id="rId6"/>
    <p:sldLayoutId id="2147483661" r:id="rId7"/>
    <p:sldLayoutId id="2147483662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>
            <a:extLst>
              <a:ext uri="{FF2B5EF4-FFF2-40B4-BE49-F238E27FC236}">
                <a16:creationId xmlns:a16="http://schemas.microsoft.com/office/drawing/2014/main" id="{2E567DF2-57DC-0B85-0B8B-454BBAB87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0D2DBA51-A3E4-0BA6-C9B5-03E581DC24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8734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92A3DCF-E549-BE20-7ACD-56800934FE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734E6A-7AF4-D96B-B417-A79B78254C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88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5D80DE2-207E-4DAC-B4EB-A9BF1773AC22}"/>
              </a:ext>
            </a:extLst>
          </p:cNvPr>
          <p:cNvSpPr txBox="1"/>
          <p:nvPr/>
        </p:nvSpPr>
        <p:spPr>
          <a:xfrm>
            <a:off x="931177" y="92279"/>
            <a:ext cx="10964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2B317F"/>
                </a:solidFill>
                <a:latin typeface="Trebuchet MS" panose="020B0603020202020204" pitchFamily="34" charset="0"/>
              </a:rPr>
              <a:t>Titre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4B41E94-B284-429F-A78B-A06416A4B0D7}"/>
              </a:ext>
            </a:extLst>
          </p:cNvPr>
          <p:cNvSpPr txBox="1"/>
          <p:nvPr/>
        </p:nvSpPr>
        <p:spPr>
          <a:xfrm>
            <a:off x="162187" y="922789"/>
            <a:ext cx="1186762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Texte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13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43B674-CAE3-1FB6-0028-72F8F34D6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BDAD17-CC69-C1C9-FAC3-742F419377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3712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80251E-E533-F762-6562-32BB790C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F19660-C13D-8148-6531-4721661DA1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87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60BBD-FD17-A9E7-2E68-C3A0A09EE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8E31EB-C4A1-1C86-46D9-E56CFC85DC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400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6775DA-E935-7F04-0A0C-3CD42747F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36BB60-76F0-9905-AAD1-260BFBF7E2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8485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83BFA3-DF9F-1C17-2FAB-C044E522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FF6A1C-0455-0D11-DDE0-2EBF7D81F4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4835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2288B9-704E-4EB2-C89C-5E2F712E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BE627C4-1D9E-4AAC-DB8A-CFE2FF469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Titre de la présentation et date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47F504-45CB-FA37-D0E4-C220FDFF7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F8020DB1-042C-CABA-3444-9E1BB0569F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226C3742-6EE2-E941-8733-DF55FF2AAA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E4F935E-7BCE-C1D3-6433-336CD2654C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35FC032-6988-6753-A37F-4E4620C763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88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2BE8DF-81C4-0F56-6FF9-C12D85483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4B4818-7D23-48D7-90CA-A2A55AAA65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CAE72A2-0F78-9A54-04B3-1B418CF4DD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A1D3010-287E-0C82-B9F7-DAD8622119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ABE034-AF4E-94E0-26D7-AAA4194CF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Titre de la présentation et date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3C7CA4-69E0-048E-2652-9C0C80D6D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4878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C6C71670-7D0F-EFB4-0E21-7D7F3DBC88E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4A17FA6-3CF8-045A-EB61-B55CA2AB8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F98D80-CA34-FE05-6462-078474958A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1622D50-7053-69FF-CD03-7A16102DA8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893BCC-22FC-56C3-E8AF-CA47399A5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Titre de la présentation et date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24601D-5CD5-8F9E-CA0A-ECCD80856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2265C4F-D90B-398B-C7D2-E7321FDE0A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5437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EACB979-121C-93E3-9F96-79AB6B0A7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Titre de la présentation et date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EFFC233-80C7-E1FB-DA9F-937146A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68068C53-39BB-76E1-C36E-3973B0D7A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0602290-21C3-4A11-568A-AB8EBC2D9A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583E8A9-33CE-DB49-CE4F-CCEA236BC8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143A78D-378A-A05C-9942-73195DAEA5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FB7A3CAB-B524-D52A-283A-3BA1065EA9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036D98F-16E3-BAB3-A561-ADDB858575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E38ED8AE-4108-3CD5-15E6-94B30B3A80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CA3CAD70-EEA8-72B0-3095-7DC26CE95B9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CC6AF9F-C523-4F4E-065F-687E89E38C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9879E0FD-DEF6-0446-7249-AE66E00D52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9684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604487F5-E9C4-18DA-2530-4654660E5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Titre de la présentation et date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11E5339-B9AC-A857-157F-A2A6F81E06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99EF5AE-56D7-4A2B-B0E3-BCC40C43C5F5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66AC9C4-4DD8-276E-2453-E8115CFB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AF0D1E7-C6E1-4F3E-AF14-82DE34BA0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7B011EA-4CD1-5B39-A4F0-5D2564DB6C2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3630DDA-0F4E-46DC-85D6-F4964B3D25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0238C60-9639-5C7C-098E-0FA0FAA518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A2ED478-B106-15FB-DB06-5ACE03A31C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F67D430-811E-A667-D798-1367F119B8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1F6AF21-A54C-2297-E36B-4EFBCB45C08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0DA563D-93BA-6C1A-3D10-D37E6624A0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0217EA7-B4DE-C747-2567-6FADA60807F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EC5EC386-D73D-A40E-8795-9E576545B76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54102B6F-CAAE-FB88-45E1-26C29BEB7FE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801D6B0-C552-82E1-26FB-52B0C20187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CA8C35D1-BDA4-8BA1-BD7D-C4DC9C711EE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541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BD0074-070F-6AD7-E37F-660E28FC1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75CC5B-57D3-F2FC-19AB-BC7F6C41DD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30617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Géodata Paris">
      <a:dk1>
        <a:sysClr val="windowText" lastClr="000000"/>
      </a:dk1>
      <a:lt1>
        <a:sysClr val="window" lastClr="FFFFFF"/>
      </a:lt1>
      <a:dk2>
        <a:srgbClr val="283B89"/>
      </a:dk2>
      <a:lt2>
        <a:srgbClr val="FFFFFF"/>
      </a:lt2>
      <a:accent1>
        <a:srgbClr val="541C5B"/>
      </a:accent1>
      <a:accent2>
        <a:srgbClr val="8A5264"/>
      </a:accent2>
      <a:accent3>
        <a:srgbClr val="9655A2"/>
      </a:accent3>
      <a:accent4>
        <a:srgbClr val="E38226"/>
      </a:accent4>
      <a:accent5>
        <a:srgbClr val="F2AE6D"/>
      </a:accent5>
      <a:accent6>
        <a:srgbClr val="D8D33A"/>
      </a:accent6>
      <a:hlink>
        <a:srgbClr val="0563C1"/>
      </a:hlink>
      <a:folHlink>
        <a:srgbClr val="954F72"/>
      </a:folHlink>
    </a:clrScheme>
    <a:fontScheme name="Géodata Paris">
      <a:majorFont>
        <a:latin typeface="Ralewa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37</Words>
  <Application>Microsoft Office PowerPoint</Application>
  <PresentationFormat>Widescreen</PresentationFormat>
  <Paragraphs>27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Pierre Algrain</dc:creator>
  <cp:lastModifiedBy>Laurent Ong</cp:lastModifiedBy>
  <cp:revision>21</cp:revision>
  <dcterms:created xsi:type="dcterms:W3CDTF">2019-08-29T07:36:02Z</dcterms:created>
  <dcterms:modified xsi:type="dcterms:W3CDTF">2026-06-16T07:20:56Z</dcterms:modified>
</cp:coreProperties>
</file>